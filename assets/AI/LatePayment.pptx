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64592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4" name="Image 0" descr="/home/claude/ppt/icons/chartlin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 ·  EMBEDDED MACHINE LEARNING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Scenario for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of Late Payment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implementation blueprint: solution design, architecture, AI proposal framework, governance, and the road ahead on SAP Business AI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5943600"/>
            <a:ext cx="31089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Intelligence  |  Intelligent Scenario Lifecycle Management (ISLM)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payments quietly erode working capital — collections teams need foresight, not hindsight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clock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4094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collections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514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learn an invoice is overdue only after the due date has already passed.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chartbar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4094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prioritization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514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Worklists are sorted by amount or age, not by true likelihood of non-payment.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14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/icons/searchdollar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2839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drag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389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Unpredicted late payments increase Days Sales Outstanding (DSO) and hurt liquidity.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7947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114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/icons/network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42839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signals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389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history, dunning history, and customer behavior live in siloed FI-CA/AR data.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/icons/brain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8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embedded, predefined SAP predictive scenario (FIN_COL_RSK_LTE_PMNT) that scores every open invoice for its risk of late payment — directly inside S/4HANA, no external ML platform required.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23774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2519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“Late payment” = paid more than 30 days after the net due date.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640080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9" name="Image 1" descr="/home/claude/ppt/icons/databas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75895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6126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uses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257800" y="93268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FI-CA / AR invoice and payment-behavior data, trained through Intelligent Scenario Lifecycle Management (ISLM).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3" name="Image 2" descr="/home/claude/ppt/icons/chartline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17627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20299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257800" y="235000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daily-refreshed “Risk of Late Payment” indicator (High / Low) per invoice or business partner.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0" y="3474720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7" name="Image 3" descr="/home/claude/ppt/icons/task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593592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34472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surfaces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257800" y="376732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Receivables app, Situation Handling, and prioritized collections worklists for specialists.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0" y="4892040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21" name="Image 4" descr="/home/claude/ppt/icons/sync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5010912"/>
            <a:ext cx="265176" cy="26517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57800" y="4864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stays current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257800" y="518464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background job re-scores invoices daily; models retrained periodically as behavior shifts.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Technical Details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predictive scenario is built, trained, and consumed under the hood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cogs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24597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20040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ML Scenario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delivers FIN_COL_RSK_LTE_PMNT as a ready-to-use classification scenario — no custom model coding needed.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67812" y="33375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19272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4210812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pt/icons/history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48" y="24597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83864" y="320040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ISLM Training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02152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Scenario Lifecycle Management app trains the embedded model on historical AR line-item data (SAP HANA PAL).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38444" y="33375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089904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6981444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pt/icons/clipboard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45973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01584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54496" y="320040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&amp; Scoring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72784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expert activates the trained model; a daily background job scores open invoices and writes the risk field.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609076" y="33375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860536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26" name="Shape 21"/>
          <p:cNvSpPr/>
          <p:nvPr/>
        </p:nvSpPr>
        <p:spPr>
          <a:xfrm>
            <a:off x="9752076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ppt/icons/tasks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812" y="245973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872216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025128" y="320040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Fiori Consumption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043416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indicator appears in Process Receivables, Situation Handling, and can trigger RPA / dunning workflows.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 stack:  SAP HANA Predictive Analysis Library (PAL)  ·  Intelligent Scenarios &amp; ISLM apps  ·  BAdIs for custom variables  ·  CDS views  ·  Fiori Launchpad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dunning to proactive, prioritized collections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ppt/icons/bullsey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prioritization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729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specialists focus first on invoices with the highest predicted risk of non-payment.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47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ppt/icons/chartlin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86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DSO &amp; cash flow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31729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intervention on at-risk accounts reduces overdue balances and strengthens liquidity.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ppt/icons/robot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86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Automation-ready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21040" y="31729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field can trigger Situation Handling and RPA bots for outreach — less manual triage.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47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/home/claude/ppt/icons/brai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34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predictions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22960" y="53218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behavior is grounded in real historical customer payment patterns, not guesswork.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4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29768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/home/claude/ppt/icons/layers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4348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not bolt-on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53218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in S/4HANA on HANA — no separate data science platform or data export needed.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47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29768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5" descr="/home/claude/ppt/icons/sync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4348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21040" y="532180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retraining keeps the model aligned with evolving customer behavior.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view — from raw AR data to collections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4076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/icons/task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687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72184"/>
            <a:ext cx="19202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1472184"/>
            <a:ext cx="78638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Receivables App  ·  Situation Handling  ·  Analyze Incoming Payments  ·  RPA / Dunning Actions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2C3A7A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40944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/icons/chartbar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3746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340864"/>
            <a:ext cx="19202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340864"/>
            <a:ext cx="78638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Fiori Launchpad  ·  Risk of Late Payment field  ·  Collections Worklists  ·  Embedded Analytics / SAC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3A4A9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27812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pt/icons/brain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40614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09544"/>
            <a:ext cx="19202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SCENARIO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474720" y="3209544"/>
            <a:ext cx="78638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Scenario FIN_COL_RSK_LTE_PMNT  ·  ISLM (Train / Evaluate / Activate)  ·  SAP HANA PAL Classification Model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4859AE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4680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ppt/icons/cog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27482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78224"/>
            <a:ext cx="19202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474720" y="4078224"/>
            <a:ext cx="78638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BAdIs for Custom Variables  ·  CDS Views  ·  Scheduled Background Job (daily scoring)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5668C8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0154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ppt/icons/databas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435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946904"/>
            <a:ext cx="19202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4946904"/>
            <a:ext cx="78638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FI-CA / AR Line Items  ·  Payment &amp; Dunning History  ·  Business Partner Master Data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bottom-up (training &amp; scoring); risk insight flows top-down into daily collections decisions.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Proposal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for scoping and delivering the AI scenario as a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229868" y="237744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bulb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5511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3794760"/>
            <a:ext cx="17282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business case: DSO targets, collections pain points, executive sponsorship.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87752" y="25146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210312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E7ECFB"/>
          </a:solidFill>
          <a:ln/>
        </p:spPr>
      </p:sp>
      <p:sp>
        <p:nvSpPr>
          <p:cNvPr id="11" name="Shape 8"/>
          <p:cNvSpPr/>
          <p:nvPr/>
        </p:nvSpPr>
        <p:spPr>
          <a:xfrm>
            <a:off x="3424428" y="237744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database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255117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3246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Readiness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907792" y="3794760"/>
            <a:ext cx="17282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volume/quality of historical AR &amp; payment data; confirm S/4HANA version prerequisites.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82312" y="25146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937760" y="210312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17" name="Shape 13"/>
          <p:cNvSpPr/>
          <p:nvPr/>
        </p:nvSpPr>
        <p:spPr>
          <a:xfrm>
            <a:off x="5618988" y="237744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pt/icons/flask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255117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246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 &amp; Activate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102352" y="3794760"/>
            <a:ext cx="17282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ISLM to train the model on representative data; validate accuracy before go-live.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976872" y="25146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132320" y="210312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E7EC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813548" y="237744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ppt/icons/handshake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284" y="255117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9480" y="3246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Pilot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296912" y="3794760"/>
            <a:ext cx="17282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a subset of collection specialists; gather feedback on risk thresholds and usability.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171432" y="25146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326880" y="210312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08108" y="237744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ppt/icons/rocket_CADCF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1844" y="2551176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64040" y="3246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Scale &amp; Monitor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491472" y="3794760"/>
            <a:ext cx="17282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enterprise-wide; monitor prediction quality and retrain on a recurring cadence.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deliverable: business case + data assessment report + activation runbook + training/pilot plan + governance model (next slide)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model trustworthy, compliant, and current over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sync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854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Cadence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evaluate, and activate models monthly (minimum) via ISLM so predictions track current behavior.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usershield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1854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53712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manage model training; business users (collection specialists) consume the output only.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/icons/balance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854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697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02752" y="304495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influence and model evaluation metrics reviewed before activation to ensure defensible decisions.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/icons/shield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7997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8920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04672" y="523951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only in-system historical FI-CA data — no external transfer; access controlled via authorization objects.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26" name="Shape 20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ppt/icons/clipboard_CADCF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37997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48920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53712" y="523951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versions, training runs, and activation history are logged and traceable via ISLM.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31" name="Shape 24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ppt/icons/chartline_CADCF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37997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8920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02752" y="523951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accuracy tracking flags when a model needs retraining due to shifting customer patterns.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SAP Business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embedded predictive scenarios fit into SAP's broader AI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ppt/icons/robot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+ Embedded ML converge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194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 (SAP's AI copilot) increasingly surfaces predictive insights like Risk of Late Payment in natural-language conversations.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/home/claude/ppt/icons/cloud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63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880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AI scenarios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32461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predictive and generative scenarios are prioritized for SAP S/4HANA Cloud Public Edition, with faster release cycles.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/home/claude/ppt/icons/network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931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across Lines of Business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71600" y="42976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embedded ML patterns are extending into procurement, utilities, and supply chain (e.g. requisition recommendations).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3" descr="/home/claude/ppt/icons/layer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1663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983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release rhythm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71600" y="53492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2023 onward moves to a two-year major cycle with Feature Packs — steady delivery of new AI scenarios in between.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/icons/chartlin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280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Summary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 turns historical AR data into a daily, actionable, embedded signal — helping collections teams act before invoices go overdue.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23774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77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49240" y="11704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native SAP ML scenario — no separate data science stack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240280"/>
            <a:ext cx="457200" cy="4572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49240" y="222199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lifecycle via ISLM: train, evaluate, activate, retrain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3291840"/>
            <a:ext cx="457200" cy="4572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49240" y="327355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actionable inside Process Receivables &amp; Situation Handling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4343400"/>
            <a:ext cx="457200" cy="4572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432511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stepping stone toward SAP's broader generative + embedded AI vision (Joule)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2026-07-14T17:10:56Z</dcterms:created>
  <dcterms:modified xsi:type="dcterms:W3CDTF">2026-07-14T17:10:56Z</dcterms:modified>
</cp:coreProperties>
</file>