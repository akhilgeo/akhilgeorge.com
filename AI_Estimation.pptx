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Problems (Without AI)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28600" y="1115568"/>
            <a:ext cx="2743200" cy="1627632"/>
          </a:xfrm>
          <a:prstGeom prst="roundRect">
            <a:avLst>
              <a:gd name="adj" fmla="val 4494"/>
            </a:avLst>
          </a:prstGeom>
          <a:solidFill>
            <a:srgbClr val="1A2F4A"/>
          </a:solidFill>
          <a:ln w="1524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25296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5528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Transparency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393192" y="16459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 are subjective and hard to justify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questions: "Why 8 points vs 5?"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00400" y="1115568"/>
            <a:ext cx="2743200" cy="1627632"/>
          </a:xfrm>
          <a:prstGeom prst="roundRect">
            <a:avLst>
              <a:gd name="adj" fmla="val 4494"/>
            </a:avLst>
          </a:prstGeom>
          <a:solidFill>
            <a:srgbClr val="1A2F4A"/>
          </a:solidFill>
          <a:ln w="1524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225296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67328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of Inflated Estimates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3364992" y="16459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to validate complexity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trust gap between business &amp; team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172200" y="1115568"/>
            <a:ext cx="2743200" cy="1627632"/>
          </a:xfrm>
          <a:prstGeom prst="roundRect">
            <a:avLst>
              <a:gd name="adj" fmla="val 4494"/>
            </a:avLst>
          </a:prstGeom>
          <a:solidFill>
            <a:srgbClr val="1A2F4A"/>
          </a:solidFill>
          <a:ln w="1524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25296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39128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Estimation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6336792" y="16459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stories estimated differently across sprints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individuals, not standards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1714500" y="2816352"/>
            <a:ext cx="2743200" cy="1627632"/>
          </a:xfrm>
          <a:prstGeom prst="roundRect">
            <a:avLst>
              <a:gd name="adj" fmla="val 4494"/>
            </a:avLst>
          </a:prstGeom>
          <a:solidFill>
            <a:srgbClr val="1A2F4A"/>
          </a:solidFill>
          <a:ln w="1524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660" y="2926080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281428" y="28895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Complexity Not Visible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1879092" y="3346704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dependencies, integrations &amp; risks not documented clearly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4686300" y="2816352"/>
            <a:ext cx="2743200" cy="1627632"/>
          </a:xfrm>
          <a:prstGeom prst="roundRect">
            <a:avLst>
              <a:gd name="adj" fmla="val 4494"/>
            </a:avLst>
          </a:prstGeom>
          <a:solidFill>
            <a:srgbClr val="1A2F4A"/>
          </a:solidFill>
          <a:ln w="1524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3460" y="2926080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53228" y="28895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 of Historical Data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4850892" y="3346704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from past sprints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estimation mistakes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(AI-Assisted Estimation)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28600" y="1115568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1115568"/>
            <a:ext cx="2743200" cy="749808"/>
          </a:xfrm>
          <a:prstGeom prst="roundRect">
            <a:avLst>
              <a:gd name="adj" fmla="val 12195"/>
            </a:avLst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2801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6968" y="1243584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Story Analysis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393192" y="1956816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historical sprint data for recommendations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story points &amp; task breakdown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200400" y="1115568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1A2F4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00400" y="1115568"/>
            <a:ext cx="2743200" cy="749808"/>
          </a:xfrm>
          <a:prstGeom prst="roundRect">
            <a:avLst>
              <a:gd name="adj" fmla="val 12195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2801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58768" y="1243584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Inputs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3364992" y="1956816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Functional / Business risk fields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High / Medium / Low risk levels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similar past stories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complexity &amp; dependencies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172200" y="1115568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1A2F4A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72200" y="1115568"/>
            <a:ext cx="2743200" cy="749808"/>
          </a:xfrm>
          <a:prstGeom prst="roundRect">
            <a:avLst>
              <a:gd name="adj" fmla="val 12195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2801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30568" y="1243584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in ADO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336792" y="1956816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within existing workflow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tools required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to Business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28600" y="1143000"/>
            <a:ext cx="4114800" cy="1572768"/>
          </a:xfrm>
          <a:prstGeom prst="roundRect">
            <a:avLst>
              <a:gd name="adj" fmla="val 4651"/>
            </a:avLst>
          </a:prstGeom>
          <a:solidFill>
            <a:srgbClr val="1A2F4A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9304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8408" y="12344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Transparency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29768" y="1828800"/>
            <a:ext cx="374904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estimation justification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"Similar stories took 8–13 points"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617720" y="1143000"/>
            <a:ext cx="4114800" cy="1572768"/>
          </a:xfrm>
          <a:prstGeom prst="roundRect">
            <a:avLst>
              <a:gd name="adj" fmla="val 4651"/>
            </a:avLst>
          </a:prstGeom>
          <a:solidFill>
            <a:srgbClr val="1A2F4A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89304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67528" y="12344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Trust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818888" y="1828800"/>
            <a:ext cx="374904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perception of inflated estimates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visibility into risks &amp; complexity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228600" y="2971800"/>
            <a:ext cx="4114800" cy="1572768"/>
          </a:xfrm>
          <a:prstGeom prst="roundRect">
            <a:avLst>
              <a:gd name="adj" fmla="val 4651"/>
            </a:avLst>
          </a:prstGeom>
          <a:solidFill>
            <a:srgbClr val="1A2F4A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118104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78408" y="3063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Predictability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29768" y="3657600"/>
            <a:ext cx="374904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sprint commitments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release planning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617720" y="2971800"/>
            <a:ext cx="4114800" cy="1572768"/>
          </a:xfrm>
          <a:prstGeom prst="roundRect">
            <a:avLst>
              <a:gd name="adj" fmla="val 4651"/>
            </a:avLst>
          </a:prstGeom>
          <a:solidFill>
            <a:srgbClr val="1A2F4A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118104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67528" y="3063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Risk Awareness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818888" y="3657600"/>
            <a:ext cx="374904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stories flagged early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prioritization decisions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to Scrum Team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28600" y="1143000"/>
            <a:ext cx="4114800" cy="1572768"/>
          </a:xfrm>
          <a:prstGeom prst="roundRect">
            <a:avLst>
              <a:gd name="adj" fmla="val 4651"/>
            </a:avLst>
          </a:prstGeom>
          <a:solidFill>
            <a:srgbClr val="1A2F4A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9304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8408" y="12344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Refinement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29768" y="1828800"/>
            <a:ext cx="374904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estimates and tasks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discussion effort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617720" y="1143000"/>
            <a:ext cx="4114800" cy="1572768"/>
          </a:xfrm>
          <a:prstGeom prst="roundRect">
            <a:avLst>
              <a:gd name="adj" fmla="val 4651"/>
            </a:avLst>
          </a:prstGeom>
          <a:solidFill>
            <a:srgbClr val="1A2F4A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89304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67528" y="12344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Estimation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818888" y="1828800"/>
            <a:ext cx="374904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historical patterns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dependency on individuals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228600" y="2971800"/>
            <a:ext cx="4114800" cy="1572768"/>
          </a:xfrm>
          <a:prstGeom prst="roundRect">
            <a:avLst>
              <a:gd name="adj" fmla="val 4651"/>
            </a:avLst>
          </a:prstGeom>
          <a:solidFill>
            <a:srgbClr val="1A2F4A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118104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78408" y="3063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29768" y="3657600"/>
            <a:ext cx="374904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past sprint outcomes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repeated mistakes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617720" y="2971800"/>
            <a:ext cx="4114800" cy="1572768"/>
          </a:xfrm>
          <a:prstGeom prst="roundRect">
            <a:avLst>
              <a:gd name="adj" fmla="val 4651"/>
            </a:avLst>
          </a:prstGeom>
          <a:solidFill>
            <a:srgbClr val="1A2F4A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118104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67528" y="3063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Risk Management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818888" y="3657600"/>
            <a:ext cx="374904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capture of risks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surprises during execution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Implement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295144" y="2816352"/>
            <a:ext cx="182880" cy="73152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56032" y="1115568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152838"/>
          </a:solidFill>
          <a:ln w="2286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41832" y="1252728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832" y="1252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" y="195681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47472" y="22311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3192" y="2779776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historical sprint data from ADO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story types &amp; tags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44568" y="2816352"/>
            <a:ext cx="182880" cy="73152"/>
          </a:xfrm>
          <a:prstGeom prst="rect">
            <a:avLst/>
          </a:prstGeom>
          <a:solidFill>
            <a:srgbClr val="0077B6">
              <a:alpha val="6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05456" y="1115568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152838"/>
          </a:solidFill>
          <a:ln w="22860">
            <a:solidFill>
              <a:srgbClr val="0077B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91256" y="1252728"/>
            <a:ext cx="640080" cy="6400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91256" y="1252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615184" y="195681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596896" y="22311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Setup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642616" y="2779776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 using past: story points, cycle time, completion trends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793992" y="2816352"/>
            <a:ext cx="182880" cy="73152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54880" y="1115568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152838"/>
          </a:solidFill>
          <a:ln w="228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40680" y="125272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40680" y="1252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864608" y="195681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46320" y="22311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Integration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2779776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 risk input fields (Dev / Functional / Business)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AI recommendation feature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004304" y="1115568"/>
            <a:ext cx="2011680" cy="3474720"/>
          </a:xfrm>
          <a:prstGeom prst="roundRect">
            <a:avLst>
              <a:gd name="adj" fmla="val 4545"/>
            </a:avLst>
          </a:prstGeom>
          <a:solidFill>
            <a:srgbClr val="152838"/>
          </a:solidFill>
          <a:ln w="2286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690104" y="1252728"/>
            <a:ext cx="640080" cy="64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90104" y="1252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114032" y="195681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095744" y="22311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Improve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141464" y="2779776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1–2 teams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estimated vs actual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D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refine model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Story Point Estimation</dc:title>
  <dc:subject>PptxGenJS Presentation</dc:subject>
  <dc:creator>PptxGenJS</dc:creator>
  <cp:lastModifiedBy>PptxGenJS</cp:lastModifiedBy>
  <cp:revision>1</cp:revision>
  <dcterms:created xsi:type="dcterms:W3CDTF">2026-06-09T17:14:37Z</dcterms:created>
  <dcterms:modified xsi:type="dcterms:W3CDTF">2026-06-09T17:14:37Z</dcterms:modified>
</cp:coreProperties>
</file>